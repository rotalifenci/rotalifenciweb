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C23FABB-4FC8-4124-9654-38F9B13D9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1"/>
            <a:ext cx="16357600" cy="92060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Özel</PresentationFormat>
  <Paragraphs>0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cp:lastModifiedBy>Yigido Sivaslı</cp:lastModifiedBy>
  <cp:revision>2</cp:revision>
  <dcterms:created xsi:type="dcterms:W3CDTF">2006-08-16T00:00:00Z</dcterms:created>
  <dcterms:modified xsi:type="dcterms:W3CDTF">2026-09-28T22:48:15Z</dcterms:modified>
</cp:coreProperties>
</file>