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82AF295A-A858-4DE2-A332-10BA2CACF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31"/>
            <a:ext cx="16256000" cy="91488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Özel</PresentationFormat>
  <Paragraphs>0</Paragraphs>
  <Slides>15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cp:lastModifiedBy>Yigido Sivaslı</cp:lastModifiedBy>
  <cp:revision>2</cp:revision>
  <dcterms:created xsi:type="dcterms:W3CDTF">2006-08-16T00:00:00Z</dcterms:created>
  <dcterms:modified xsi:type="dcterms:W3CDTF">2026-09-28T22:31:27Z</dcterms:modified>
</cp:coreProperties>
</file>